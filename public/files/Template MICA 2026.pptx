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08"/>
    <p:restoredTop sz="94658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622C-2A6C-86A9-6DC6-3C25124DF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1C3FA-29A6-7F9F-E1BA-040FA543C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D1BBF-56D0-C4EF-D07F-F76756DB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DAC7A-0685-7343-9EBC-2E6BA32050E4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A603C-5FDE-5888-3F31-E1A26377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276D-195D-AB3F-6431-77D46C5C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722F14-5B03-024F-8F8F-BAA19BE998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4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B56D-0306-DF7E-F122-EE34458E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733C-BBF8-5DDE-2B37-0487A2A36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7A6CA-C127-C95C-8B3E-2ED607C6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C4500-6A80-2821-EAF0-9A8F49A9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76A0A-5884-235D-1C0F-86614B42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9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99AE-39EA-2D27-AC26-3A57FD99B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39038-F7E7-CD08-82FB-596D2F9DD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26436-D089-5F1C-8BEB-06FC2B11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0FBAE-3200-3AFA-4379-4419AC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CF04B-C62E-0DF9-4A71-318E9D55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5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3BA6-9FA3-6804-F240-44FB5F26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CEC6A-7ABC-BF9F-3088-09A6A8914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03D82-26DE-0EC9-46D4-DF0D95F5A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7507F-C3BB-5950-2B06-1E32DD57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69547-797F-5ED6-BDA8-ADCA8CF2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BA9B9-0BCA-778A-B930-7D461A32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6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A34D2-3629-2734-FFD4-C8B17E2F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E6C2B-4F6E-A798-5E3E-FFE8ECB0F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C5377-7CA4-363C-8D0B-D54FE3BD5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75E830-8A98-F2FD-ED80-C931A65F1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CCC4A-2048-61D2-64AD-749207588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9D931-6DD7-A679-8C2A-A825041F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08A65-9DDD-B737-94F4-E6CE6C31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7D875-514F-1D0A-43F7-E651E53A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6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200EF-E2AB-028A-5EA5-27A99567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F0FF2-4A64-4360-EA36-5D98A6F44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A7CDD-FD50-B5B3-0827-9D906E4A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1DDA6-62E6-27F5-062D-C92AF140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08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552688-9E5A-617C-AAD7-ADBD3A2B0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941C6-DF48-C8C1-CC1A-A417FC49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6C176-C9CF-76CB-FAEA-E27F5F03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9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7EE5A-79D1-7F24-4ECB-682FE57A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0185B-5F51-28FD-F4E0-CA699D50F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05D00-850A-E770-1402-906237AEF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A2B6B-E66A-047E-FF3A-20C7B64F6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DD2B3-EBBA-190B-B1FD-21E0E106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BE262-46E3-EC7E-3FA2-FDF9592A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76DC-EBE2-6288-93BA-6863ACA2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FCAD3-BA19-6E4A-EBC4-54076FC67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4B95B-F393-F604-281B-867827310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0A054-1565-1DD7-DEFF-AA0CB508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2CB5F-D4D1-945E-79EF-D65D43BE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87AE2-5E0F-3326-3A23-FD3CD96D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133C-2BCB-A711-E135-63C2AE7B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7D525-BDEC-E191-7BB2-184BBF3FE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6FA0-4710-F62E-73B7-70DC2383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8E948-F591-B125-8B9A-14367CA0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554FE-7688-AD70-313C-57EE4E1C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3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83113-9658-F2C1-49B5-F65356168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A1CF7-178D-FAA2-4F37-9D36D37CE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4F30-84CE-3B72-B9A0-D0B8CF4F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920DA-2BE9-48C2-ACB6-064A5B7D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97D08-34B8-0F71-79A4-07F30E6D9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915C-E916-EB31-C492-5C0B05E7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24B454-AFB7-D28A-17C8-6B7FCADFC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D7F1B-51A2-5F03-823E-CA0F7000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6E450-7187-C9FB-666E-EE03A27F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60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7AEAB-3C45-9DCE-DF51-50785642A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1BCF7-D4F0-E32C-0226-2E6D00E3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69DB4-3997-2C2D-AF7A-F4FD32D37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DAC7A-0685-7343-9EBC-2E6BA32050E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7269-F318-814E-0B46-E3035D1B6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42F29-9107-F1A3-1D0C-7B91B1797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22F14-5B03-024F-8F8F-BAA19BE99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29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565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 TPSSOFT</dc:creator>
  <cp:lastModifiedBy>IT TPSSOFT</cp:lastModifiedBy>
  <cp:revision>13</cp:revision>
  <dcterms:created xsi:type="dcterms:W3CDTF">2025-10-22T13:12:12Z</dcterms:created>
  <dcterms:modified xsi:type="dcterms:W3CDTF">2026-03-13T04:13:42Z</dcterms:modified>
</cp:coreProperties>
</file>